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BF61"/>
    <a:srgbClr val="7CB953"/>
    <a:srgbClr val="6AA442"/>
    <a:srgbClr val="91C46E"/>
    <a:srgbClr val="8EC26A"/>
    <a:srgbClr val="D0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01" autoAdjust="0"/>
    <p:restoredTop sz="94660"/>
  </p:normalViewPr>
  <p:slideViewPr>
    <p:cSldViewPr snapToGrid="0">
      <p:cViewPr varScale="1">
        <p:scale>
          <a:sx n="67" d="100"/>
          <a:sy n="67" d="100"/>
        </p:scale>
        <p:origin x="6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EF8C-6A08-40E1-AA1D-27EAD8C7E04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D246-C421-4B0B-B93C-CB0859E2D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222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EF8C-6A08-40E1-AA1D-27EAD8C7E04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D246-C421-4B0B-B93C-CB0859E2D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390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EF8C-6A08-40E1-AA1D-27EAD8C7E04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D246-C421-4B0B-B93C-CB0859E2D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966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EF8C-6A08-40E1-AA1D-27EAD8C7E04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D246-C421-4B0B-B93C-CB0859E2D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26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EF8C-6A08-40E1-AA1D-27EAD8C7E04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D246-C421-4B0B-B93C-CB0859E2D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255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EF8C-6A08-40E1-AA1D-27EAD8C7E04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D246-C421-4B0B-B93C-CB0859E2D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541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EF8C-6A08-40E1-AA1D-27EAD8C7E04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D246-C421-4B0B-B93C-CB0859E2D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436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EF8C-6A08-40E1-AA1D-27EAD8C7E04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D246-C421-4B0B-B93C-CB0859E2D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160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EF8C-6A08-40E1-AA1D-27EAD8C7E04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D246-C421-4B0B-B93C-CB0859E2D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25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EF8C-6A08-40E1-AA1D-27EAD8C7E04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D246-C421-4B0B-B93C-CB0859E2D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709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EF8C-6A08-40E1-AA1D-27EAD8C7E04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D246-C421-4B0B-B93C-CB0859E2D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314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0EF8C-6A08-40E1-AA1D-27EAD8C7E04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77D246-C421-4B0B-B93C-CB0859E2D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190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bg1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ounded Rectangle 47"/>
          <p:cNvSpPr/>
          <p:nvPr/>
        </p:nvSpPr>
        <p:spPr>
          <a:xfrm>
            <a:off x="3309258" y="5807528"/>
            <a:ext cx="5341257" cy="88537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ounded Rectangle 3"/>
          <p:cNvSpPr/>
          <p:nvPr/>
        </p:nvSpPr>
        <p:spPr>
          <a:xfrm>
            <a:off x="241299" y="139700"/>
            <a:ext cx="1460891" cy="6553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y</a:t>
            </a:r>
            <a:endParaRPr lang="en-IN" dirty="0"/>
          </a:p>
        </p:txBody>
      </p:sp>
      <p:grpSp>
        <p:nvGrpSpPr>
          <p:cNvPr id="96" name="Group 95"/>
          <p:cNvGrpSpPr/>
          <p:nvPr/>
        </p:nvGrpSpPr>
        <p:grpSpPr>
          <a:xfrm>
            <a:off x="363709" y="267286"/>
            <a:ext cx="998806" cy="1116662"/>
            <a:chOff x="363709" y="267286"/>
            <a:chExt cx="998806" cy="1116662"/>
          </a:xfrm>
        </p:grpSpPr>
        <p:sp>
          <p:nvSpPr>
            <p:cNvPr id="5" name="Oval 4"/>
            <p:cNvSpPr/>
            <p:nvPr/>
          </p:nvSpPr>
          <p:spPr>
            <a:xfrm>
              <a:off x="363709" y="267286"/>
              <a:ext cx="998806" cy="1026941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09062" y="907877"/>
              <a:ext cx="927379" cy="47607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Team-1</a:t>
              </a:r>
              <a:endParaRPr lang="en-IN" sz="1600" dirty="0"/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363709" y="1534355"/>
            <a:ext cx="998806" cy="1135868"/>
            <a:chOff x="363709" y="1534355"/>
            <a:chExt cx="998806" cy="1135868"/>
          </a:xfrm>
        </p:grpSpPr>
        <p:sp>
          <p:nvSpPr>
            <p:cNvPr id="6" name="Oval 5"/>
            <p:cNvSpPr/>
            <p:nvPr/>
          </p:nvSpPr>
          <p:spPr>
            <a:xfrm>
              <a:off x="363709" y="1534355"/>
              <a:ext cx="998806" cy="10269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09062" y="2194152"/>
              <a:ext cx="927379" cy="47607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Team-2</a:t>
              </a:r>
              <a:endParaRPr lang="en-IN" sz="1600" dirty="0"/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377997" y="2801424"/>
            <a:ext cx="998806" cy="1155074"/>
            <a:chOff x="363709" y="2801424"/>
            <a:chExt cx="998806" cy="1155074"/>
          </a:xfrm>
        </p:grpSpPr>
        <p:sp>
          <p:nvSpPr>
            <p:cNvPr id="7" name="Oval 6"/>
            <p:cNvSpPr/>
            <p:nvPr/>
          </p:nvSpPr>
          <p:spPr>
            <a:xfrm>
              <a:off x="363709" y="2801424"/>
              <a:ext cx="998806" cy="1026941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09062" y="3480427"/>
              <a:ext cx="927379" cy="47607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Team-3</a:t>
              </a:r>
              <a:endParaRPr lang="en-IN" sz="1600" dirty="0"/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377997" y="4068493"/>
            <a:ext cx="998806" cy="1174280"/>
            <a:chOff x="363709" y="4068493"/>
            <a:chExt cx="998806" cy="1174280"/>
          </a:xfrm>
        </p:grpSpPr>
        <p:sp>
          <p:nvSpPr>
            <p:cNvPr id="8" name="Oval 7"/>
            <p:cNvSpPr/>
            <p:nvPr/>
          </p:nvSpPr>
          <p:spPr>
            <a:xfrm>
              <a:off x="363709" y="4068493"/>
              <a:ext cx="998806" cy="102694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09062" y="4766702"/>
              <a:ext cx="927379" cy="47607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Team-4</a:t>
              </a:r>
              <a:endParaRPr lang="en-IN" sz="1600" dirty="0"/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377997" y="5335562"/>
            <a:ext cx="998806" cy="1193486"/>
            <a:chOff x="363709" y="5335562"/>
            <a:chExt cx="998806" cy="1193486"/>
          </a:xfrm>
        </p:grpSpPr>
        <p:sp>
          <p:nvSpPr>
            <p:cNvPr id="9" name="Oval 8"/>
            <p:cNvSpPr/>
            <p:nvPr/>
          </p:nvSpPr>
          <p:spPr>
            <a:xfrm>
              <a:off x="363709" y="5335562"/>
              <a:ext cx="998806" cy="102694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9062" y="6052977"/>
              <a:ext cx="927379" cy="47607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Team-5</a:t>
              </a:r>
              <a:endParaRPr lang="en-IN" sz="1600" dirty="0"/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1522530" y="376859"/>
            <a:ext cx="46714" cy="565246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ounded Rectangle 26"/>
          <p:cNvSpPr/>
          <p:nvPr/>
        </p:nvSpPr>
        <p:spPr>
          <a:xfrm>
            <a:off x="10510156" y="139700"/>
            <a:ext cx="1460891" cy="6553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Rounded Rectangle 37"/>
          <p:cNvSpPr/>
          <p:nvPr/>
        </p:nvSpPr>
        <p:spPr>
          <a:xfrm>
            <a:off x="11791387" y="376859"/>
            <a:ext cx="46714" cy="565246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4" name="Group 73"/>
          <p:cNvGrpSpPr/>
          <p:nvPr/>
        </p:nvGrpSpPr>
        <p:grpSpPr>
          <a:xfrm>
            <a:off x="10671092" y="376859"/>
            <a:ext cx="998806" cy="1026941"/>
            <a:chOff x="10671092" y="376859"/>
            <a:chExt cx="998806" cy="1026941"/>
          </a:xfrm>
        </p:grpSpPr>
        <p:sp>
          <p:nvSpPr>
            <p:cNvPr id="32" name="Oval 31"/>
            <p:cNvSpPr/>
            <p:nvPr/>
          </p:nvSpPr>
          <p:spPr>
            <a:xfrm>
              <a:off x="10671092" y="376859"/>
              <a:ext cx="998806" cy="1026941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981809" y="690390"/>
              <a:ext cx="377371" cy="399877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Arial Rounded MT Bold" panose="020F0704030504030204" pitchFamily="34" charset="0"/>
                </a:rPr>
                <a:t>+</a:t>
              </a:r>
              <a:endParaRPr lang="en-IN" dirty="0"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4006126" y="5935120"/>
            <a:ext cx="4035235" cy="441331"/>
            <a:chOff x="3889830" y="5896820"/>
            <a:chExt cx="4035235" cy="441331"/>
          </a:xfrm>
        </p:grpSpPr>
        <p:grpSp>
          <p:nvGrpSpPr>
            <p:cNvPr id="49" name="Group 48"/>
            <p:cNvGrpSpPr/>
            <p:nvPr/>
          </p:nvGrpSpPr>
          <p:grpSpPr>
            <a:xfrm>
              <a:off x="3889830" y="5896820"/>
              <a:ext cx="573468" cy="441331"/>
              <a:chOff x="4064001" y="5915270"/>
              <a:chExt cx="573468" cy="441331"/>
            </a:xfrm>
          </p:grpSpPr>
          <p:sp>
            <p:nvSpPr>
              <p:cNvPr id="40" name="Rounded Rectangle 39"/>
              <p:cNvSpPr/>
              <p:nvPr/>
            </p:nvSpPr>
            <p:spPr>
              <a:xfrm>
                <a:off x="4064001" y="5915270"/>
                <a:ext cx="573468" cy="441331"/>
              </a:xfrm>
              <a:prstGeom prst="roundRect">
                <a:avLst/>
              </a:pr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42" name="Straight Arrow Connector 41"/>
              <p:cNvCxnSpPr/>
              <p:nvPr/>
            </p:nvCxnSpPr>
            <p:spPr>
              <a:xfrm flipV="1">
                <a:off x="4176103" y="6139364"/>
                <a:ext cx="350774" cy="363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5049004" y="5896820"/>
              <a:ext cx="573468" cy="441331"/>
              <a:chOff x="4819650" y="5908471"/>
              <a:chExt cx="573468" cy="441331"/>
            </a:xfrm>
          </p:grpSpPr>
          <p:sp>
            <p:nvSpPr>
              <p:cNvPr id="51" name="Rounded Rectangle 50"/>
              <p:cNvSpPr/>
              <p:nvPr/>
            </p:nvSpPr>
            <p:spPr>
              <a:xfrm>
                <a:off x="4819650" y="5908471"/>
                <a:ext cx="573468" cy="441331"/>
              </a:xfrm>
              <a:prstGeom prst="roundRect">
                <a:avLst/>
              </a:pr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54" name="Straight Connector 53"/>
              <p:cNvCxnSpPr/>
              <p:nvPr/>
            </p:nvCxnSpPr>
            <p:spPr>
              <a:xfrm>
                <a:off x="4879217" y="6129136"/>
                <a:ext cx="454334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/>
            <p:cNvGrpSpPr/>
            <p:nvPr/>
          </p:nvGrpSpPr>
          <p:grpSpPr>
            <a:xfrm>
              <a:off x="6198847" y="5896820"/>
              <a:ext cx="573468" cy="441331"/>
              <a:chOff x="5106384" y="4128036"/>
              <a:chExt cx="573468" cy="441331"/>
            </a:xfrm>
          </p:grpSpPr>
          <p:sp>
            <p:nvSpPr>
              <p:cNvPr id="56" name="Rounded Rectangle 55"/>
              <p:cNvSpPr/>
              <p:nvPr/>
            </p:nvSpPr>
            <p:spPr>
              <a:xfrm>
                <a:off x="5106384" y="4128036"/>
                <a:ext cx="573468" cy="441331"/>
              </a:xfrm>
              <a:prstGeom prst="roundRect">
                <a:avLst/>
              </a:pr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61" name="Picture 60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2838" b="87838" l="12621" r="50000"/>
                        </a14:imgEffect>
                      </a14:imgLayer>
                    </a14:imgProps>
                  </a:ext>
                </a:extLst>
              </a:blip>
              <a:srcRect l="13598" t="13265" r="48676" b="14663"/>
              <a:stretch/>
            </p:blipFill>
            <p:spPr>
              <a:xfrm flipH="1">
                <a:off x="5254651" y="4156175"/>
                <a:ext cx="276934" cy="380105"/>
              </a:xfrm>
              <a:prstGeom prst="rect">
                <a:avLst/>
              </a:prstGeom>
            </p:spPr>
          </p:pic>
        </p:grpSp>
        <p:grpSp>
          <p:nvGrpSpPr>
            <p:cNvPr id="68" name="Group 67"/>
            <p:cNvGrpSpPr/>
            <p:nvPr/>
          </p:nvGrpSpPr>
          <p:grpSpPr>
            <a:xfrm>
              <a:off x="7351597" y="5896820"/>
              <a:ext cx="573468" cy="441331"/>
              <a:chOff x="6625821" y="5920770"/>
              <a:chExt cx="573468" cy="441331"/>
            </a:xfrm>
          </p:grpSpPr>
          <p:sp>
            <p:nvSpPr>
              <p:cNvPr id="62" name="Rounded Rectangle 61"/>
              <p:cNvSpPr/>
              <p:nvPr/>
            </p:nvSpPr>
            <p:spPr>
              <a:xfrm>
                <a:off x="6625821" y="5920770"/>
                <a:ext cx="573468" cy="441331"/>
              </a:xfrm>
              <a:prstGeom prst="roundRect">
                <a:avLst/>
              </a:pr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66" name="Picture 65"/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75556" y1="39556" x2="75556" y2="39556"/>
                            <a14:foregroundMark x1="44444" y1="55556" x2="44444" y2="55556"/>
                            <a14:foregroundMark x1="57333" y1="57333" x2="57333" y2="57333"/>
                          </a14:backgroundRemoval>
                        </a14:imgEffect>
                      </a14:imgLayer>
                    </a14:imgProps>
                  </a:ext>
                </a:extLst>
              </a:blip>
              <a:srcRect l="20062" t="16096" r="20382" b="17681"/>
              <a:stretch/>
            </p:blipFill>
            <p:spPr>
              <a:xfrm>
                <a:off x="6766448" y="5966674"/>
                <a:ext cx="292213" cy="324924"/>
              </a:xfrm>
              <a:prstGeom prst="rect">
                <a:avLst/>
              </a:prstGeom>
            </p:spPr>
          </p:pic>
        </p:grpSp>
      </p:grpSp>
      <p:sp>
        <p:nvSpPr>
          <p:cNvPr id="70" name="TextBox 69"/>
          <p:cNvSpPr txBox="1"/>
          <p:nvPr/>
        </p:nvSpPr>
        <p:spPr>
          <a:xfrm>
            <a:off x="3823434" y="6305948"/>
            <a:ext cx="938851" cy="293846"/>
          </a:xfrm>
          <a:prstGeom prst="roundRect">
            <a:avLst>
              <a:gd name="adj" fmla="val 29029"/>
            </a:avLst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Next Round</a:t>
            </a:r>
            <a:endParaRPr lang="en-IN" sz="1000" dirty="0"/>
          </a:p>
        </p:txBody>
      </p:sp>
      <p:sp>
        <p:nvSpPr>
          <p:cNvPr id="71" name="TextBox 70"/>
          <p:cNvSpPr txBox="1"/>
          <p:nvPr/>
        </p:nvSpPr>
        <p:spPr>
          <a:xfrm>
            <a:off x="4982608" y="6303270"/>
            <a:ext cx="938851" cy="293846"/>
          </a:xfrm>
          <a:prstGeom prst="roundRect">
            <a:avLst>
              <a:gd name="adj" fmla="val 29029"/>
            </a:avLst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Connect pair</a:t>
            </a:r>
            <a:endParaRPr lang="en-IN" sz="1000" dirty="0"/>
          </a:p>
        </p:txBody>
      </p:sp>
      <p:sp>
        <p:nvSpPr>
          <p:cNvPr id="72" name="TextBox 71"/>
          <p:cNvSpPr txBox="1"/>
          <p:nvPr/>
        </p:nvSpPr>
        <p:spPr>
          <a:xfrm>
            <a:off x="6141782" y="6300592"/>
            <a:ext cx="938851" cy="293846"/>
          </a:xfrm>
          <a:prstGeom prst="roundRect">
            <a:avLst>
              <a:gd name="adj" fmla="val 29029"/>
            </a:avLst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</a:t>
            </a:r>
            <a:r>
              <a:rPr lang="en-US" sz="1000" dirty="0" smtClean="0"/>
              <a:t>ove</a:t>
            </a:r>
            <a:endParaRPr lang="en-IN" sz="1000" dirty="0"/>
          </a:p>
        </p:txBody>
      </p:sp>
      <p:sp>
        <p:nvSpPr>
          <p:cNvPr id="73" name="TextBox 72"/>
          <p:cNvSpPr txBox="1"/>
          <p:nvPr/>
        </p:nvSpPr>
        <p:spPr>
          <a:xfrm>
            <a:off x="7300956" y="6297914"/>
            <a:ext cx="938851" cy="293846"/>
          </a:xfrm>
          <a:prstGeom prst="roundRect">
            <a:avLst>
              <a:gd name="adj" fmla="val 29029"/>
            </a:avLst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Delete</a:t>
            </a:r>
            <a:endParaRPr lang="en-IN" sz="1000" dirty="0"/>
          </a:p>
        </p:txBody>
      </p:sp>
      <p:grpSp>
        <p:nvGrpSpPr>
          <p:cNvPr id="75" name="Group 74"/>
          <p:cNvGrpSpPr/>
          <p:nvPr/>
        </p:nvGrpSpPr>
        <p:grpSpPr>
          <a:xfrm>
            <a:off x="5498102" y="223302"/>
            <a:ext cx="998806" cy="1026941"/>
            <a:chOff x="10671092" y="376859"/>
            <a:chExt cx="998806" cy="1026941"/>
          </a:xfrm>
        </p:grpSpPr>
        <p:sp>
          <p:nvSpPr>
            <p:cNvPr id="76" name="Oval 75"/>
            <p:cNvSpPr/>
            <p:nvPr/>
          </p:nvSpPr>
          <p:spPr>
            <a:xfrm>
              <a:off x="10671092" y="376859"/>
              <a:ext cx="998806" cy="1026941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10981809" y="690390"/>
              <a:ext cx="377371" cy="399877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Arial Rounded MT Bold" panose="020F0704030504030204" pitchFamily="34" charset="0"/>
                </a:rPr>
                <a:t>+</a:t>
              </a:r>
              <a:endParaRPr lang="en-IN" dirty="0"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7924584" y="2267864"/>
            <a:ext cx="998806" cy="1026941"/>
            <a:chOff x="10671092" y="376859"/>
            <a:chExt cx="998806" cy="1026941"/>
          </a:xfrm>
        </p:grpSpPr>
        <p:sp>
          <p:nvSpPr>
            <p:cNvPr id="79" name="Oval 78"/>
            <p:cNvSpPr/>
            <p:nvPr/>
          </p:nvSpPr>
          <p:spPr>
            <a:xfrm>
              <a:off x="10671092" y="376859"/>
              <a:ext cx="998806" cy="1026941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Rounded Rectangle 79"/>
            <p:cNvSpPr/>
            <p:nvPr/>
          </p:nvSpPr>
          <p:spPr>
            <a:xfrm>
              <a:off x="10981809" y="690390"/>
              <a:ext cx="377371" cy="399877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Arial Rounded MT Bold" panose="020F0704030504030204" pitchFamily="34" charset="0"/>
                </a:rPr>
                <a:t>+</a:t>
              </a:r>
              <a:endParaRPr lang="en-IN" dirty="0"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1942795" y="3993689"/>
            <a:ext cx="998806" cy="1116662"/>
            <a:chOff x="363709" y="267286"/>
            <a:chExt cx="998806" cy="1116662"/>
          </a:xfrm>
        </p:grpSpPr>
        <p:sp>
          <p:nvSpPr>
            <p:cNvPr id="102" name="Oval 101"/>
            <p:cNvSpPr/>
            <p:nvPr/>
          </p:nvSpPr>
          <p:spPr>
            <a:xfrm>
              <a:off x="363709" y="267286"/>
              <a:ext cx="998806" cy="1026941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409062" y="907877"/>
              <a:ext cx="927379" cy="47607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Team-1</a:t>
              </a:r>
              <a:endParaRPr lang="en-IN" sz="1600" dirty="0"/>
            </a:p>
          </p:txBody>
        </p:sp>
      </p:grpSp>
      <p:grpSp>
        <p:nvGrpSpPr>
          <p:cNvPr id="104" name="Group 103"/>
          <p:cNvGrpSpPr/>
          <p:nvPr/>
        </p:nvGrpSpPr>
        <p:grpSpPr>
          <a:xfrm>
            <a:off x="3994772" y="3984086"/>
            <a:ext cx="998806" cy="1135868"/>
            <a:chOff x="363709" y="1534355"/>
            <a:chExt cx="998806" cy="1135868"/>
          </a:xfrm>
        </p:grpSpPr>
        <p:sp>
          <p:nvSpPr>
            <p:cNvPr id="105" name="Oval 104"/>
            <p:cNvSpPr/>
            <p:nvPr/>
          </p:nvSpPr>
          <p:spPr>
            <a:xfrm>
              <a:off x="363709" y="1534355"/>
              <a:ext cx="998806" cy="10269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409062" y="2194152"/>
              <a:ext cx="927379" cy="47607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Team-2</a:t>
              </a:r>
              <a:endParaRPr lang="en-IN" sz="1600" dirty="0"/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6733802" y="3974483"/>
            <a:ext cx="998806" cy="1155074"/>
            <a:chOff x="363709" y="2801424"/>
            <a:chExt cx="998806" cy="1155074"/>
          </a:xfrm>
        </p:grpSpPr>
        <p:sp>
          <p:nvSpPr>
            <p:cNvPr id="108" name="Oval 107"/>
            <p:cNvSpPr/>
            <p:nvPr/>
          </p:nvSpPr>
          <p:spPr>
            <a:xfrm>
              <a:off x="363709" y="2801424"/>
              <a:ext cx="998806" cy="1026941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409062" y="3480427"/>
              <a:ext cx="927379" cy="47607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Team-3</a:t>
              </a:r>
              <a:endParaRPr lang="en-IN" sz="1600" dirty="0"/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9134443" y="3964880"/>
            <a:ext cx="998806" cy="1174280"/>
            <a:chOff x="363709" y="4068493"/>
            <a:chExt cx="998806" cy="1174280"/>
          </a:xfrm>
        </p:grpSpPr>
        <p:sp>
          <p:nvSpPr>
            <p:cNvPr id="111" name="Oval 110"/>
            <p:cNvSpPr/>
            <p:nvPr/>
          </p:nvSpPr>
          <p:spPr>
            <a:xfrm>
              <a:off x="363709" y="4068493"/>
              <a:ext cx="998806" cy="102694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409062" y="4766702"/>
              <a:ext cx="927379" cy="47607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Team-4</a:t>
              </a:r>
              <a:endParaRPr lang="en-IN" sz="1600" dirty="0"/>
            </a:p>
          </p:txBody>
        </p:sp>
      </p:grpSp>
      <p:cxnSp>
        <p:nvCxnSpPr>
          <p:cNvPr id="117" name="Straight Connector 116"/>
          <p:cNvCxnSpPr>
            <a:stCxn id="102" idx="6"/>
            <a:endCxn id="105" idx="2"/>
          </p:cNvCxnSpPr>
          <p:nvPr/>
        </p:nvCxnSpPr>
        <p:spPr>
          <a:xfrm flipV="1">
            <a:off x="2941601" y="4497557"/>
            <a:ext cx="1053171" cy="96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Elbow Connector 118"/>
          <p:cNvCxnSpPr>
            <a:stCxn id="105" idx="0"/>
            <a:endCxn id="82" idx="4"/>
          </p:cNvCxnSpPr>
          <p:nvPr/>
        </p:nvCxnSpPr>
        <p:spPr>
          <a:xfrm rot="16200000" flipV="1">
            <a:off x="3622950" y="3112860"/>
            <a:ext cx="689281" cy="105317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>
            <a:stCxn id="108" idx="6"/>
            <a:endCxn id="111" idx="2"/>
          </p:cNvCxnSpPr>
          <p:nvPr/>
        </p:nvCxnSpPr>
        <p:spPr>
          <a:xfrm flipV="1">
            <a:off x="7732608" y="4478351"/>
            <a:ext cx="1401835" cy="96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oup 132"/>
          <p:cNvGrpSpPr/>
          <p:nvPr/>
        </p:nvGrpSpPr>
        <p:grpSpPr>
          <a:xfrm>
            <a:off x="2961804" y="2310867"/>
            <a:ext cx="998806" cy="1135868"/>
            <a:chOff x="363709" y="1534355"/>
            <a:chExt cx="998806" cy="1135868"/>
          </a:xfrm>
        </p:grpSpPr>
        <p:sp>
          <p:nvSpPr>
            <p:cNvPr id="134" name="Oval 133"/>
            <p:cNvSpPr/>
            <p:nvPr/>
          </p:nvSpPr>
          <p:spPr>
            <a:xfrm>
              <a:off x="363709" y="1534355"/>
              <a:ext cx="998806" cy="10269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409062" y="2194152"/>
              <a:ext cx="927379" cy="47607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Team-2</a:t>
              </a:r>
              <a:endParaRPr lang="en-IN" sz="1600" dirty="0"/>
            </a:p>
          </p:txBody>
        </p:sp>
      </p:grpSp>
      <p:sp>
        <p:nvSpPr>
          <p:cNvPr id="136" name="TextBox 135"/>
          <p:cNvSpPr txBox="1"/>
          <p:nvPr/>
        </p:nvSpPr>
        <p:spPr>
          <a:xfrm>
            <a:off x="5275961" y="4343213"/>
            <a:ext cx="1220947" cy="477500"/>
          </a:xfrm>
          <a:prstGeom prst="roundRect">
            <a:avLst>
              <a:gd name="adj" fmla="val 29029"/>
            </a:avLst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Round-1</a:t>
            </a:r>
            <a:endParaRPr lang="en-IN" sz="2000" dirty="0"/>
          </a:p>
        </p:txBody>
      </p:sp>
      <p:sp>
        <p:nvSpPr>
          <p:cNvPr id="138" name="TextBox 137"/>
          <p:cNvSpPr txBox="1"/>
          <p:nvPr/>
        </p:nvSpPr>
        <p:spPr>
          <a:xfrm>
            <a:off x="5219238" y="1557377"/>
            <a:ext cx="1681669" cy="477500"/>
          </a:xfrm>
          <a:prstGeom prst="roundRect">
            <a:avLst>
              <a:gd name="adj" fmla="val 29029"/>
            </a:avLst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Final</a:t>
            </a:r>
            <a:endParaRPr lang="en-IN" sz="2000" dirty="0"/>
          </a:p>
        </p:txBody>
      </p:sp>
      <p:cxnSp>
        <p:nvCxnSpPr>
          <p:cNvPr id="139" name="Straight Connector 138"/>
          <p:cNvCxnSpPr>
            <a:stCxn id="134" idx="6"/>
            <a:endCxn id="79" idx="2"/>
          </p:cNvCxnSpPr>
          <p:nvPr/>
        </p:nvCxnSpPr>
        <p:spPr>
          <a:xfrm flipV="1">
            <a:off x="3960610" y="2781335"/>
            <a:ext cx="3963974" cy="430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5101762" y="2547484"/>
            <a:ext cx="1681669" cy="477500"/>
          </a:xfrm>
          <a:prstGeom prst="roundRect">
            <a:avLst>
              <a:gd name="adj" fmla="val 29029"/>
            </a:avLst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Semi-Final</a:t>
            </a:r>
            <a:endParaRPr lang="en-IN" sz="2000" dirty="0"/>
          </a:p>
        </p:txBody>
      </p:sp>
      <p:sp>
        <p:nvSpPr>
          <p:cNvPr id="142" name="Rounded Rectangle 141"/>
          <p:cNvSpPr/>
          <p:nvPr/>
        </p:nvSpPr>
        <p:spPr>
          <a:xfrm>
            <a:off x="10614694" y="1651398"/>
            <a:ext cx="1111599" cy="86535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</a:rPr>
              <a:t>TEXT</a:t>
            </a:r>
            <a:endParaRPr lang="en-IN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52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bg1">
              <a:lumMod val="5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ounded Rectangle 47"/>
          <p:cNvSpPr/>
          <p:nvPr/>
        </p:nvSpPr>
        <p:spPr>
          <a:xfrm>
            <a:off x="3309258" y="5807528"/>
            <a:ext cx="5341257" cy="88537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ounded Rectangle 3"/>
          <p:cNvSpPr/>
          <p:nvPr/>
        </p:nvSpPr>
        <p:spPr>
          <a:xfrm>
            <a:off x="241299" y="139700"/>
            <a:ext cx="1460891" cy="6553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y</a:t>
            </a:r>
            <a:endParaRPr lang="en-IN" dirty="0"/>
          </a:p>
        </p:txBody>
      </p:sp>
      <p:grpSp>
        <p:nvGrpSpPr>
          <p:cNvPr id="96" name="Group 95"/>
          <p:cNvGrpSpPr/>
          <p:nvPr/>
        </p:nvGrpSpPr>
        <p:grpSpPr>
          <a:xfrm>
            <a:off x="363709" y="267286"/>
            <a:ext cx="998806" cy="1116662"/>
            <a:chOff x="363709" y="267286"/>
            <a:chExt cx="998806" cy="1116662"/>
          </a:xfrm>
        </p:grpSpPr>
        <p:sp>
          <p:nvSpPr>
            <p:cNvPr id="5" name="Oval 4"/>
            <p:cNvSpPr/>
            <p:nvPr/>
          </p:nvSpPr>
          <p:spPr>
            <a:xfrm>
              <a:off x="363709" y="267286"/>
              <a:ext cx="998806" cy="1026941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09062" y="907877"/>
              <a:ext cx="927379" cy="47607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Team-1</a:t>
              </a:r>
              <a:endParaRPr lang="en-IN" sz="1600" dirty="0"/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363709" y="1534355"/>
            <a:ext cx="998806" cy="1135868"/>
            <a:chOff x="363709" y="1534355"/>
            <a:chExt cx="998806" cy="1135868"/>
          </a:xfrm>
        </p:grpSpPr>
        <p:sp>
          <p:nvSpPr>
            <p:cNvPr id="6" name="Oval 5"/>
            <p:cNvSpPr/>
            <p:nvPr/>
          </p:nvSpPr>
          <p:spPr>
            <a:xfrm>
              <a:off x="363709" y="1534355"/>
              <a:ext cx="998806" cy="10269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09062" y="2194152"/>
              <a:ext cx="927379" cy="47607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Team-2</a:t>
              </a:r>
              <a:endParaRPr lang="en-IN" sz="1600" dirty="0"/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377997" y="2801424"/>
            <a:ext cx="998806" cy="1155074"/>
            <a:chOff x="363709" y="2801424"/>
            <a:chExt cx="998806" cy="1155074"/>
          </a:xfrm>
        </p:grpSpPr>
        <p:sp>
          <p:nvSpPr>
            <p:cNvPr id="7" name="Oval 6"/>
            <p:cNvSpPr/>
            <p:nvPr/>
          </p:nvSpPr>
          <p:spPr>
            <a:xfrm>
              <a:off x="363709" y="2801424"/>
              <a:ext cx="998806" cy="1026941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09062" y="3480427"/>
              <a:ext cx="927379" cy="47607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Team-3</a:t>
              </a:r>
              <a:endParaRPr lang="en-IN" sz="1600" dirty="0"/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377997" y="4068493"/>
            <a:ext cx="998806" cy="1174280"/>
            <a:chOff x="363709" y="4068493"/>
            <a:chExt cx="998806" cy="1174280"/>
          </a:xfrm>
        </p:grpSpPr>
        <p:sp>
          <p:nvSpPr>
            <p:cNvPr id="8" name="Oval 7"/>
            <p:cNvSpPr/>
            <p:nvPr/>
          </p:nvSpPr>
          <p:spPr>
            <a:xfrm>
              <a:off x="363709" y="4068493"/>
              <a:ext cx="998806" cy="102694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09062" y="4766702"/>
              <a:ext cx="927379" cy="47607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Team-4</a:t>
              </a:r>
              <a:endParaRPr lang="en-IN" sz="1600" dirty="0"/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377997" y="5335562"/>
            <a:ext cx="998806" cy="1193486"/>
            <a:chOff x="363709" y="5335562"/>
            <a:chExt cx="998806" cy="1193486"/>
          </a:xfrm>
        </p:grpSpPr>
        <p:sp>
          <p:nvSpPr>
            <p:cNvPr id="9" name="Oval 8"/>
            <p:cNvSpPr/>
            <p:nvPr/>
          </p:nvSpPr>
          <p:spPr>
            <a:xfrm>
              <a:off x="363709" y="5335562"/>
              <a:ext cx="998806" cy="102694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9062" y="6052977"/>
              <a:ext cx="927379" cy="47607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Team-5</a:t>
              </a:r>
              <a:endParaRPr lang="en-IN" sz="1600" dirty="0"/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1522530" y="376859"/>
            <a:ext cx="46714" cy="565246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ounded Rectangle 26"/>
          <p:cNvSpPr/>
          <p:nvPr/>
        </p:nvSpPr>
        <p:spPr>
          <a:xfrm>
            <a:off x="10510156" y="139700"/>
            <a:ext cx="1460891" cy="6553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Rounded Rectangle 37"/>
          <p:cNvSpPr/>
          <p:nvPr/>
        </p:nvSpPr>
        <p:spPr>
          <a:xfrm>
            <a:off x="11791387" y="376859"/>
            <a:ext cx="46714" cy="565246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4" name="Group 73"/>
          <p:cNvGrpSpPr/>
          <p:nvPr/>
        </p:nvGrpSpPr>
        <p:grpSpPr>
          <a:xfrm>
            <a:off x="10671092" y="376859"/>
            <a:ext cx="998806" cy="1026941"/>
            <a:chOff x="10671092" y="376859"/>
            <a:chExt cx="998806" cy="1026941"/>
          </a:xfrm>
        </p:grpSpPr>
        <p:sp>
          <p:nvSpPr>
            <p:cNvPr id="32" name="Oval 31"/>
            <p:cNvSpPr/>
            <p:nvPr/>
          </p:nvSpPr>
          <p:spPr>
            <a:xfrm>
              <a:off x="10671092" y="376859"/>
              <a:ext cx="998806" cy="1026941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981809" y="690390"/>
              <a:ext cx="377371" cy="399877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Arial Rounded MT Bold" panose="020F0704030504030204" pitchFamily="34" charset="0"/>
                </a:rPr>
                <a:t>+</a:t>
              </a:r>
              <a:endParaRPr lang="en-IN" dirty="0"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4006126" y="5935120"/>
            <a:ext cx="4035235" cy="441331"/>
            <a:chOff x="3889830" y="5896820"/>
            <a:chExt cx="4035235" cy="441331"/>
          </a:xfrm>
        </p:grpSpPr>
        <p:grpSp>
          <p:nvGrpSpPr>
            <p:cNvPr id="49" name="Group 48"/>
            <p:cNvGrpSpPr/>
            <p:nvPr/>
          </p:nvGrpSpPr>
          <p:grpSpPr>
            <a:xfrm>
              <a:off x="3889830" y="5896820"/>
              <a:ext cx="573468" cy="441331"/>
              <a:chOff x="4064001" y="5915270"/>
              <a:chExt cx="573468" cy="441331"/>
            </a:xfrm>
          </p:grpSpPr>
          <p:sp>
            <p:nvSpPr>
              <p:cNvPr id="40" name="Rounded Rectangle 39"/>
              <p:cNvSpPr/>
              <p:nvPr/>
            </p:nvSpPr>
            <p:spPr>
              <a:xfrm>
                <a:off x="4064001" y="5915270"/>
                <a:ext cx="573468" cy="441331"/>
              </a:xfrm>
              <a:prstGeom prst="roundRect">
                <a:avLst/>
              </a:pr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42" name="Straight Arrow Connector 41"/>
              <p:cNvCxnSpPr/>
              <p:nvPr/>
            </p:nvCxnSpPr>
            <p:spPr>
              <a:xfrm flipV="1">
                <a:off x="4176103" y="6139364"/>
                <a:ext cx="350774" cy="363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5049004" y="5896820"/>
              <a:ext cx="573468" cy="441331"/>
              <a:chOff x="4819650" y="5908471"/>
              <a:chExt cx="573468" cy="441331"/>
            </a:xfrm>
          </p:grpSpPr>
          <p:sp>
            <p:nvSpPr>
              <p:cNvPr id="51" name="Rounded Rectangle 50"/>
              <p:cNvSpPr/>
              <p:nvPr/>
            </p:nvSpPr>
            <p:spPr>
              <a:xfrm>
                <a:off x="4819650" y="5908471"/>
                <a:ext cx="573468" cy="441331"/>
              </a:xfrm>
              <a:prstGeom prst="roundRect">
                <a:avLst/>
              </a:pr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54" name="Straight Connector 53"/>
              <p:cNvCxnSpPr/>
              <p:nvPr/>
            </p:nvCxnSpPr>
            <p:spPr>
              <a:xfrm>
                <a:off x="4879217" y="6129136"/>
                <a:ext cx="454334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/>
            <p:cNvGrpSpPr/>
            <p:nvPr/>
          </p:nvGrpSpPr>
          <p:grpSpPr>
            <a:xfrm>
              <a:off x="6198847" y="5896820"/>
              <a:ext cx="573468" cy="441331"/>
              <a:chOff x="5106384" y="4128036"/>
              <a:chExt cx="573468" cy="441331"/>
            </a:xfrm>
          </p:grpSpPr>
          <p:sp>
            <p:nvSpPr>
              <p:cNvPr id="56" name="Rounded Rectangle 55"/>
              <p:cNvSpPr/>
              <p:nvPr/>
            </p:nvSpPr>
            <p:spPr>
              <a:xfrm>
                <a:off x="5106384" y="4128036"/>
                <a:ext cx="573468" cy="441331"/>
              </a:xfrm>
              <a:prstGeom prst="roundRect">
                <a:avLst/>
              </a:pr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61" name="Picture 60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2838" b="87838" l="12621" r="50000"/>
                        </a14:imgEffect>
                      </a14:imgLayer>
                    </a14:imgProps>
                  </a:ext>
                </a:extLst>
              </a:blip>
              <a:srcRect l="13598" t="13265" r="48676" b="14663"/>
              <a:stretch/>
            </p:blipFill>
            <p:spPr>
              <a:xfrm flipH="1">
                <a:off x="5254651" y="4156175"/>
                <a:ext cx="276934" cy="380105"/>
              </a:xfrm>
              <a:prstGeom prst="rect">
                <a:avLst/>
              </a:prstGeom>
            </p:spPr>
          </p:pic>
        </p:grpSp>
        <p:grpSp>
          <p:nvGrpSpPr>
            <p:cNvPr id="68" name="Group 67"/>
            <p:cNvGrpSpPr/>
            <p:nvPr/>
          </p:nvGrpSpPr>
          <p:grpSpPr>
            <a:xfrm>
              <a:off x="7351597" y="5896820"/>
              <a:ext cx="573468" cy="441331"/>
              <a:chOff x="6625821" y="5920770"/>
              <a:chExt cx="573468" cy="441331"/>
            </a:xfrm>
          </p:grpSpPr>
          <p:sp>
            <p:nvSpPr>
              <p:cNvPr id="62" name="Rounded Rectangle 61"/>
              <p:cNvSpPr/>
              <p:nvPr/>
            </p:nvSpPr>
            <p:spPr>
              <a:xfrm>
                <a:off x="6625821" y="5920770"/>
                <a:ext cx="573468" cy="441331"/>
              </a:xfrm>
              <a:prstGeom prst="roundRect">
                <a:avLst/>
              </a:pr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66" name="Picture 65"/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75556" y1="39556" x2="75556" y2="39556"/>
                            <a14:foregroundMark x1="44444" y1="55556" x2="44444" y2="55556"/>
                            <a14:foregroundMark x1="57333" y1="57333" x2="57333" y2="57333"/>
                          </a14:backgroundRemoval>
                        </a14:imgEffect>
                      </a14:imgLayer>
                    </a14:imgProps>
                  </a:ext>
                </a:extLst>
              </a:blip>
              <a:srcRect l="20062" t="16096" r="20382" b="17681"/>
              <a:stretch/>
            </p:blipFill>
            <p:spPr>
              <a:xfrm>
                <a:off x="6766448" y="5966674"/>
                <a:ext cx="292213" cy="324924"/>
              </a:xfrm>
              <a:prstGeom prst="rect">
                <a:avLst/>
              </a:prstGeom>
            </p:spPr>
          </p:pic>
        </p:grpSp>
      </p:grpSp>
      <p:sp>
        <p:nvSpPr>
          <p:cNvPr id="70" name="TextBox 69"/>
          <p:cNvSpPr txBox="1"/>
          <p:nvPr/>
        </p:nvSpPr>
        <p:spPr>
          <a:xfrm>
            <a:off x="3823434" y="6305948"/>
            <a:ext cx="938851" cy="293846"/>
          </a:xfrm>
          <a:prstGeom prst="roundRect">
            <a:avLst>
              <a:gd name="adj" fmla="val 29029"/>
            </a:avLst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Next Round</a:t>
            </a:r>
            <a:endParaRPr lang="en-IN" sz="1000" dirty="0"/>
          </a:p>
        </p:txBody>
      </p:sp>
      <p:sp>
        <p:nvSpPr>
          <p:cNvPr id="71" name="TextBox 70"/>
          <p:cNvSpPr txBox="1"/>
          <p:nvPr/>
        </p:nvSpPr>
        <p:spPr>
          <a:xfrm>
            <a:off x="4982608" y="6303270"/>
            <a:ext cx="938851" cy="293846"/>
          </a:xfrm>
          <a:prstGeom prst="roundRect">
            <a:avLst>
              <a:gd name="adj" fmla="val 29029"/>
            </a:avLst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Connect pair</a:t>
            </a:r>
            <a:endParaRPr lang="en-IN" sz="1000" dirty="0"/>
          </a:p>
        </p:txBody>
      </p:sp>
      <p:sp>
        <p:nvSpPr>
          <p:cNvPr id="72" name="TextBox 71"/>
          <p:cNvSpPr txBox="1"/>
          <p:nvPr/>
        </p:nvSpPr>
        <p:spPr>
          <a:xfrm>
            <a:off x="6141782" y="6300592"/>
            <a:ext cx="938851" cy="293846"/>
          </a:xfrm>
          <a:prstGeom prst="roundRect">
            <a:avLst>
              <a:gd name="adj" fmla="val 29029"/>
            </a:avLst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</a:t>
            </a:r>
            <a:r>
              <a:rPr lang="en-US" sz="1000" dirty="0" smtClean="0"/>
              <a:t>ove</a:t>
            </a:r>
            <a:endParaRPr lang="en-IN" sz="1000" dirty="0"/>
          </a:p>
        </p:txBody>
      </p:sp>
      <p:sp>
        <p:nvSpPr>
          <p:cNvPr id="73" name="TextBox 72"/>
          <p:cNvSpPr txBox="1"/>
          <p:nvPr/>
        </p:nvSpPr>
        <p:spPr>
          <a:xfrm>
            <a:off x="7300956" y="6297914"/>
            <a:ext cx="938851" cy="293846"/>
          </a:xfrm>
          <a:prstGeom prst="roundRect">
            <a:avLst>
              <a:gd name="adj" fmla="val 29029"/>
            </a:avLst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Delete</a:t>
            </a:r>
            <a:endParaRPr lang="en-IN" sz="1000" dirty="0"/>
          </a:p>
        </p:txBody>
      </p:sp>
      <p:grpSp>
        <p:nvGrpSpPr>
          <p:cNvPr id="75" name="Group 74"/>
          <p:cNvGrpSpPr/>
          <p:nvPr/>
        </p:nvGrpSpPr>
        <p:grpSpPr>
          <a:xfrm>
            <a:off x="5480483" y="799546"/>
            <a:ext cx="998806" cy="1026941"/>
            <a:chOff x="10671092" y="376859"/>
            <a:chExt cx="998806" cy="1026941"/>
          </a:xfrm>
        </p:grpSpPr>
        <p:sp>
          <p:nvSpPr>
            <p:cNvPr id="76" name="Oval 75"/>
            <p:cNvSpPr/>
            <p:nvPr/>
          </p:nvSpPr>
          <p:spPr>
            <a:xfrm>
              <a:off x="10671092" y="376859"/>
              <a:ext cx="998806" cy="1026941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10981809" y="690390"/>
              <a:ext cx="377371" cy="399877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Arial Rounded MT Bold" panose="020F0704030504030204" pitchFamily="34" charset="0"/>
                </a:rPr>
                <a:t>+</a:t>
              </a:r>
              <a:endParaRPr lang="en-IN" dirty="0"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7924584" y="2267864"/>
            <a:ext cx="998806" cy="1026941"/>
            <a:chOff x="10671092" y="376859"/>
            <a:chExt cx="998806" cy="1026941"/>
          </a:xfrm>
        </p:grpSpPr>
        <p:sp>
          <p:nvSpPr>
            <p:cNvPr id="79" name="Oval 78"/>
            <p:cNvSpPr/>
            <p:nvPr/>
          </p:nvSpPr>
          <p:spPr>
            <a:xfrm>
              <a:off x="10671092" y="376859"/>
              <a:ext cx="998806" cy="1026941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Rounded Rectangle 79"/>
            <p:cNvSpPr/>
            <p:nvPr/>
          </p:nvSpPr>
          <p:spPr>
            <a:xfrm>
              <a:off x="10981809" y="690390"/>
              <a:ext cx="377371" cy="399877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Arial Rounded MT Bold" panose="020F0704030504030204" pitchFamily="34" charset="0"/>
                </a:rPr>
                <a:t>+</a:t>
              </a:r>
              <a:endParaRPr lang="en-IN" dirty="0"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1942795" y="3993689"/>
            <a:ext cx="998806" cy="1116662"/>
            <a:chOff x="363709" y="267286"/>
            <a:chExt cx="998806" cy="1116662"/>
          </a:xfrm>
        </p:grpSpPr>
        <p:sp>
          <p:nvSpPr>
            <p:cNvPr id="102" name="Oval 101"/>
            <p:cNvSpPr/>
            <p:nvPr/>
          </p:nvSpPr>
          <p:spPr>
            <a:xfrm>
              <a:off x="363709" y="267286"/>
              <a:ext cx="998806" cy="1026941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409062" y="907877"/>
              <a:ext cx="927379" cy="47607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Team-1</a:t>
              </a:r>
              <a:endParaRPr lang="en-IN" sz="1600" dirty="0"/>
            </a:p>
          </p:txBody>
        </p:sp>
      </p:grpSp>
      <p:grpSp>
        <p:nvGrpSpPr>
          <p:cNvPr id="104" name="Group 103"/>
          <p:cNvGrpSpPr/>
          <p:nvPr/>
        </p:nvGrpSpPr>
        <p:grpSpPr>
          <a:xfrm>
            <a:off x="3994772" y="3984086"/>
            <a:ext cx="998806" cy="1135868"/>
            <a:chOff x="363709" y="1534355"/>
            <a:chExt cx="998806" cy="1135868"/>
          </a:xfrm>
        </p:grpSpPr>
        <p:sp>
          <p:nvSpPr>
            <p:cNvPr id="105" name="Oval 104"/>
            <p:cNvSpPr/>
            <p:nvPr/>
          </p:nvSpPr>
          <p:spPr>
            <a:xfrm>
              <a:off x="363709" y="1534355"/>
              <a:ext cx="998806" cy="10269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409062" y="2194152"/>
              <a:ext cx="927379" cy="47607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Team-2</a:t>
              </a:r>
              <a:endParaRPr lang="en-IN" sz="1600" dirty="0"/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6733802" y="3974483"/>
            <a:ext cx="998806" cy="1155074"/>
            <a:chOff x="363709" y="2801424"/>
            <a:chExt cx="998806" cy="1155074"/>
          </a:xfrm>
        </p:grpSpPr>
        <p:sp>
          <p:nvSpPr>
            <p:cNvPr id="108" name="Oval 107"/>
            <p:cNvSpPr/>
            <p:nvPr/>
          </p:nvSpPr>
          <p:spPr>
            <a:xfrm>
              <a:off x="363709" y="2801424"/>
              <a:ext cx="998806" cy="1026941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409062" y="3480427"/>
              <a:ext cx="927379" cy="47607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Team-3</a:t>
              </a:r>
              <a:endParaRPr lang="en-IN" sz="1600" dirty="0"/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9134443" y="3964880"/>
            <a:ext cx="998806" cy="1174280"/>
            <a:chOff x="363709" y="4068493"/>
            <a:chExt cx="998806" cy="1174280"/>
          </a:xfrm>
        </p:grpSpPr>
        <p:sp>
          <p:nvSpPr>
            <p:cNvPr id="111" name="Oval 110"/>
            <p:cNvSpPr/>
            <p:nvPr/>
          </p:nvSpPr>
          <p:spPr>
            <a:xfrm>
              <a:off x="363709" y="4068493"/>
              <a:ext cx="998806" cy="102694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409062" y="4766702"/>
              <a:ext cx="927379" cy="47607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Team-4</a:t>
              </a:r>
              <a:endParaRPr lang="en-IN" sz="1600" dirty="0"/>
            </a:p>
          </p:txBody>
        </p:sp>
      </p:grpSp>
      <p:cxnSp>
        <p:nvCxnSpPr>
          <p:cNvPr id="117" name="Straight Connector 116"/>
          <p:cNvCxnSpPr>
            <a:stCxn id="102" idx="6"/>
            <a:endCxn id="105" idx="2"/>
          </p:cNvCxnSpPr>
          <p:nvPr/>
        </p:nvCxnSpPr>
        <p:spPr>
          <a:xfrm flipV="1">
            <a:off x="2941601" y="4497557"/>
            <a:ext cx="1053171" cy="96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Elbow Connector 118"/>
          <p:cNvCxnSpPr>
            <a:stCxn id="105" idx="0"/>
            <a:endCxn id="82" idx="4"/>
          </p:cNvCxnSpPr>
          <p:nvPr/>
        </p:nvCxnSpPr>
        <p:spPr>
          <a:xfrm rot="16200000" flipV="1">
            <a:off x="3622950" y="3112860"/>
            <a:ext cx="689281" cy="105317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Elbow Connector 123"/>
          <p:cNvCxnSpPr>
            <a:stCxn id="82" idx="0"/>
            <a:endCxn id="76" idx="4"/>
          </p:cNvCxnSpPr>
          <p:nvPr/>
        </p:nvCxnSpPr>
        <p:spPr>
          <a:xfrm rot="5400000" flipH="1" flipV="1">
            <a:off x="4489757" y="777735"/>
            <a:ext cx="441377" cy="2538882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Elbow Connector 126"/>
          <p:cNvCxnSpPr>
            <a:stCxn id="79" idx="0"/>
            <a:endCxn id="76" idx="4"/>
          </p:cNvCxnSpPr>
          <p:nvPr/>
        </p:nvCxnSpPr>
        <p:spPr>
          <a:xfrm rot="16200000" flipV="1">
            <a:off x="6981249" y="825125"/>
            <a:ext cx="441377" cy="2444101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>
            <a:stCxn id="108" idx="6"/>
            <a:endCxn id="111" idx="2"/>
          </p:cNvCxnSpPr>
          <p:nvPr/>
        </p:nvCxnSpPr>
        <p:spPr>
          <a:xfrm flipV="1">
            <a:off x="7732608" y="4478351"/>
            <a:ext cx="1401835" cy="96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/>
          <p:cNvGrpSpPr/>
          <p:nvPr/>
        </p:nvGrpSpPr>
        <p:grpSpPr>
          <a:xfrm>
            <a:off x="2933071" y="2233490"/>
            <a:ext cx="998806" cy="1135868"/>
            <a:chOff x="363709" y="1534355"/>
            <a:chExt cx="998806" cy="1135868"/>
          </a:xfrm>
        </p:grpSpPr>
        <p:sp>
          <p:nvSpPr>
            <p:cNvPr id="85" name="Oval 84"/>
            <p:cNvSpPr/>
            <p:nvPr/>
          </p:nvSpPr>
          <p:spPr>
            <a:xfrm>
              <a:off x="363709" y="1534355"/>
              <a:ext cx="998806" cy="10269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09062" y="2194152"/>
              <a:ext cx="927379" cy="47607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Team-2</a:t>
              </a:r>
              <a:endParaRPr lang="en-IN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745326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ounded Rectangle 47"/>
          <p:cNvSpPr/>
          <p:nvPr/>
        </p:nvSpPr>
        <p:spPr>
          <a:xfrm>
            <a:off x="3309258" y="5807528"/>
            <a:ext cx="5341257" cy="88537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ounded Rectangle 3"/>
          <p:cNvSpPr/>
          <p:nvPr/>
        </p:nvSpPr>
        <p:spPr>
          <a:xfrm>
            <a:off x="241299" y="139700"/>
            <a:ext cx="1460891" cy="6553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y</a:t>
            </a:r>
            <a:endParaRPr lang="en-IN" dirty="0"/>
          </a:p>
        </p:txBody>
      </p:sp>
      <p:sp>
        <p:nvSpPr>
          <p:cNvPr id="5" name="Oval 4"/>
          <p:cNvSpPr/>
          <p:nvPr/>
        </p:nvSpPr>
        <p:spPr>
          <a:xfrm>
            <a:off x="363709" y="267286"/>
            <a:ext cx="998806" cy="102694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363709" y="1534355"/>
            <a:ext cx="998806" cy="102694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363709" y="2801424"/>
            <a:ext cx="998806" cy="102694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363709" y="4068493"/>
            <a:ext cx="998806" cy="102694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363709" y="5335562"/>
            <a:ext cx="998806" cy="102694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409062" y="907877"/>
            <a:ext cx="927379" cy="476071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Team-1</a:t>
            </a:r>
            <a:endParaRPr lang="en-IN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409062" y="2194152"/>
            <a:ext cx="927379" cy="476071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Team-2</a:t>
            </a:r>
            <a:endParaRPr lang="en-IN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409062" y="3480427"/>
            <a:ext cx="927379" cy="476071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Team-3</a:t>
            </a:r>
            <a:endParaRPr lang="en-IN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409062" y="4766702"/>
            <a:ext cx="927379" cy="476071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Team-4</a:t>
            </a:r>
            <a:endParaRPr lang="en-IN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409062" y="6052977"/>
            <a:ext cx="927379" cy="476071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Team-5</a:t>
            </a:r>
            <a:endParaRPr lang="en-IN" sz="1600" dirty="0"/>
          </a:p>
        </p:txBody>
      </p:sp>
      <p:sp>
        <p:nvSpPr>
          <p:cNvPr id="15" name="Rounded Rectangle 14"/>
          <p:cNvSpPr/>
          <p:nvPr/>
        </p:nvSpPr>
        <p:spPr>
          <a:xfrm>
            <a:off x="1522530" y="376859"/>
            <a:ext cx="46714" cy="565246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ounded Rectangle 26"/>
          <p:cNvSpPr/>
          <p:nvPr/>
        </p:nvSpPr>
        <p:spPr>
          <a:xfrm>
            <a:off x="10510156" y="139700"/>
            <a:ext cx="1460891" cy="6553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y</a:t>
            </a:r>
            <a:endParaRPr lang="en-IN" dirty="0"/>
          </a:p>
        </p:txBody>
      </p:sp>
      <p:sp>
        <p:nvSpPr>
          <p:cNvPr id="32" name="Oval 31"/>
          <p:cNvSpPr/>
          <p:nvPr/>
        </p:nvSpPr>
        <p:spPr>
          <a:xfrm>
            <a:off x="10671092" y="376859"/>
            <a:ext cx="998806" cy="1026941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ounded Rectangle 37"/>
          <p:cNvSpPr/>
          <p:nvPr/>
        </p:nvSpPr>
        <p:spPr>
          <a:xfrm>
            <a:off x="11791387" y="376859"/>
            <a:ext cx="46714" cy="565246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ounded Rectangle 38"/>
          <p:cNvSpPr/>
          <p:nvPr/>
        </p:nvSpPr>
        <p:spPr>
          <a:xfrm>
            <a:off x="10981809" y="690390"/>
            <a:ext cx="377371" cy="39987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</a:rPr>
              <a:t>+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383" y="840315"/>
            <a:ext cx="1962150" cy="1409700"/>
          </a:xfrm>
          <a:prstGeom prst="rect">
            <a:avLst/>
          </a:prstGeom>
        </p:spPr>
      </p:pic>
      <p:grpSp>
        <p:nvGrpSpPr>
          <p:cNvPr id="69" name="Group 68"/>
          <p:cNvGrpSpPr/>
          <p:nvPr/>
        </p:nvGrpSpPr>
        <p:grpSpPr>
          <a:xfrm>
            <a:off x="4006126" y="5935120"/>
            <a:ext cx="4035235" cy="441331"/>
            <a:chOff x="3889830" y="5896820"/>
            <a:chExt cx="4035235" cy="441331"/>
          </a:xfrm>
        </p:grpSpPr>
        <p:grpSp>
          <p:nvGrpSpPr>
            <p:cNvPr id="49" name="Group 48"/>
            <p:cNvGrpSpPr/>
            <p:nvPr/>
          </p:nvGrpSpPr>
          <p:grpSpPr>
            <a:xfrm>
              <a:off x="3889830" y="5896820"/>
              <a:ext cx="573468" cy="441331"/>
              <a:chOff x="4064001" y="5915270"/>
              <a:chExt cx="573468" cy="441331"/>
            </a:xfrm>
          </p:grpSpPr>
          <p:sp>
            <p:nvSpPr>
              <p:cNvPr id="40" name="Rounded Rectangle 39"/>
              <p:cNvSpPr/>
              <p:nvPr/>
            </p:nvSpPr>
            <p:spPr>
              <a:xfrm>
                <a:off x="4064001" y="5915270"/>
                <a:ext cx="573468" cy="441331"/>
              </a:xfrm>
              <a:prstGeom prst="roundRect">
                <a:avLst/>
              </a:pr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42" name="Straight Arrow Connector 41"/>
              <p:cNvCxnSpPr/>
              <p:nvPr/>
            </p:nvCxnSpPr>
            <p:spPr>
              <a:xfrm flipV="1">
                <a:off x="4176103" y="6139364"/>
                <a:ext cx="350774" cy="363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5049004" y="5896820"/>
              <a:ext cx="573468" cy="441331"/>
              <a:chOff x="4819650" y="5908471"/>
              <a:chExt cx="573468" cy="441331"/>
            </a:xfrm>
          </p:grpSpPr>
          <p:sp>
            <p:nvSpPr>
              <p:cNvPr id="51" name="Rounded Rectangle 50"/>
              <p:cNvSpPr/>
              <p:nvPr/>
            </p:nvSpPr>
            <p:spPr>
              <a:xfrm>
                <a:off x="4819650" y="5908471"/>
                <a:ext cx="573468" cy="441331"/>
              </a:xfrm>
              <a:prstGeom prst="roundRect">
                <a:avLst/>
              </a:pr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54" name="Straight Connector 53"/>
              <p:cNvCxnSpPr/>
              <p:nvPr/>
            </p:nvCxnSpPr>
            <p:spPr>
              <a:xfrm>
                <a:off x="4879217" y="6129136"/>
                <a:ext cx="454334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/>
            <p:cNvGrpSpPr/>
            <p:nvPr/>
          </p:nvGrpSpPr>
          <p:grpSpPr>
            <a:xfrm>
              <a:off x="6198847" y="5896820"/>
              <a:ext cx="573468" cy="441331"/>
              <a:chOff x="5106384" y="4128036"/>
              <a:chExt cx="573468" cy="441331"/>
            </a:xfrm>
          </p:grpSpPr>
          <p:sp>
            <p:nvSpPr>
              <p:cNvPr id="56" name="Rounded Rectangle 55"/>
              <p:cNvSpPr/>
              <p:nvPr/>
            </p:nvSpPr>
            <p:spPr>
              <a:xfrm>
                <a:off x="5106384" y="4128036"/>
                <a:ext cx="573468" cy="441331"/>
              </a:xfrm>
              <a:prstGeom prst="roundRect">
                <a:avLst/>
              </a:pr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61" name="Picture 60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2838" b="87838" l="12621" r="50000"/>
                        </a14:imgEffect>
                      </a14:imgLayer>
                    </a14:imgProps>
                  </a:ext>
                </a:extLst>
              </a:blip>
              <a:srcRect l="13598" t="13265" r="48676" b="14663"/>
              <a:stretch/>
            </p:blipFill>
            <p:spPr>
              <a:xfrm flipH="1">
                <a:off x="5254651" y="4156175"/>
                <a:ext cx="276934" cy="380105"/>
              </a:xfrm>
              <a:prstGeom prst="rect">
                <a:avLst/>
              </a:prstGeom>
            </p:spPr>
          </p:pic>
        </p:grpSp>
        <p:grpSp>
          <p:nvGrpSpPr>
            <p:cNvPr id="68" name="Group 67"/>
            <p:cNvGrpSpPr/>
            <p:nvPr/>
          </p:nvGrpSpPr>
          <p:grpSpPr>
            <a:xfrm>
              <a:off x="7351597" y="5896820"/>
              <a:ext cx="573468" cy="441331"/>
              <a:chOff x="6625821" y="5920770"/>
              <a:chExt cx="573468" cy="441331"/>
            </a:xfrm>
          </p:grpSpPr>
          <p:sp>
            <p:nvSpPr>
              <p:cNvPr id="62" name="Rounded Rectangle 61"/>
              <p:cNvSpPr/>
              <p:nvPr/>
            </p:nvSpPr>
            <p:spPr>
              <a:xfrm>
                <a:off x="6625821" y="5920770"/>
                <a:ext cx="573468" cy="441331"/>
              </a:xfrm>
              <a:prstGeom prst="roundRect">
                <a:avLst/>
              </a:pr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66" name="Picture 65"/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>
                            <a14:foregroundMark x1="75556" y1="39556" x2="75556" y2="39556"/>
                            <a14:foregroundMark x1="44444" y1="55556" x2="44444" y2="55556"/>
                            <a14:foregroundMark x1="57333" y1="57333" x2="57333" y2="57333"/>
                          </a14:backgroundRemoval>
                        </a14:imgEffect>
                      </a14:imgLayer>
                    </a14:imgProps>
                  </a:ext>
                </a:extLst>
              </a:blip>
              <a:srcRect l="20062" t="16096" r="20382" b="17681"/>
              <a:stretch/>
            </p:blipFill>
            <p:spPr>
              <a:xfrm>
                <a:off x="6766448" y="5966674"/>
                <a:ext cx="292213" cy="324924"/>
              </a:xfrm>
              <a:prstGeom prst="rect">
                <a:avLst/>
              </a:prstGeom>
            </p:spPr>
          </p:pic>
        </p:grpSp>
      </p:grpSp>
      <p:pic>
        <p:nvPicPr>
          <p:cNvPr id="67" name="Picture 6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5001" y="358625"/>
            <a:ext cx="2143125" cy="2143125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3823434" y="6305948"/>
            <a:ext cx="938851" cy="293846"/>
          </a:xfrm>
          <a:prstGeom prst="roundRect">
            <a:avLst>
              <a:gd name="adj" fmla="val 29029"/>
            </a:avLst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Next Round</a:t>
            </a:r>
            <a:endParaRPr lang="en-IN" sz="1000" dirty="0"/>
          </a:p>
        </p:txBody>
      </p:sp>
      <p:sp>
        <p:nvSpPr>
          <p:cNvPr id="71" name="TextBox 70"/>
          <p:cNvSpPr txBox="1"/>
          <p:nvPr/>
        </p:nvSpPr>
        <p:spPr>
          <a:xfrm>
            <a:off x="4982608" y="6303270"/>
            <a:ext cx="938851" cy="293846"/>
          </a:xfrm>
          <a:prstGeom prst="roundRect">
            <a:avLst>
              <a:gd name="adj" fmla="val 29029"/>
            </a:avLst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Connect pair</a:t>
            </a:r>
            <a:endParaRPr lang="en-IN" sz="1000" dirty="0"/>
          </a:p>
        </p:txBody>
      </p:sp>
      <p:sp>
        <p:nvSpPr>
          <p:cNvPr id="72" name="TextBox 71"/>
          <p:cNvSpPr txBox="1"/>
          <p:nvPr/>
        </p:nvSpPr>
        <p:spPr>
          <a:xfrm>
            <a:off x="6141782" y="6300592"/>
            <a:ext cx="938851" cy="293846"/>
          </a:xfrm>
          <a:prstGeom prst="roundRect">
            <a:avLst>
              <a:gd name="adj" fmla="val 29029"/>
            </a:avLst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</a:t>
            </a:r>
            <a:r>
              <a:rPr lang="en-US" sz="1000" dirty="0" smtClean="0"/>
              <a:t>ove</a:t>
            </a:r>
            <a:endParaRPr lang="en-IN" sz="1000" dirty="0"/>
          </a:p>
        </p:txBody>
      </p:sp>
      <p:sp>
        <p:nvSpPr>
          <p:cNvPr id="73" name="TextBox 72"/>
          <p:cNvSpPr txBox="1"/>
          <p:nvPr/>
        </p:nvSpPr>
        <p:spPr>
          <a:xfrm>
            <a:off x="7300956" y="6297914"/>
            <a:ext cx="938851" cy="293846"/>
          </a:xfrm>
          <a:prstGeom prst="roundRect">
            <a:avLst>
              <a:gd name="adj" fmla="val 29029"/>
            </a:avLst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Delete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1796219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37" b="89941" l="8301" r="89941">
                        <a14:foregroundMark x1="59277" y1="45898" x2="59277" y2="45898"/>
                        <a14:foregroundMark x1="67188" y1="53906" x2="67188" y2="53906"/>
                        <a14:foregroundMark x1="60156" y1="38477" x2="53320" y2="54785"/>
                        <a14:foregroundMark x1="46094" y1="17383" x2="34863" y2="67773"/>
                        <a14:foregroundMark x1="25879" y1="43359" x2="46875" y2="64648"/>
                        <a14:foregroundMark x1="36621" y1="36133" x2="54980" y2="68555"/>
                        <a14:foregroundMark x1="27246" y1="41992" x2="52637" y2="47559"/>
                        <a14:foregroundMark x1="51465" y1="40723" x2="39063" y2="40723"/>
                        <a14:foregroundMark x1="68750" y1="22363" x2="70410" y2="27734"/>
                        <a14:foregroundMark x1="71875" y1="18164" x2="55176" y2="43164"/>
                        <a14:foregroundMark x1="66895" y1="20703" x2="71875" y2="41895"/>
                        <a14:foregroundMark x1="73340" y1="21680" x2="71680" y2="34863"/>
                        <a14:foregroundMark x1="70508" y1="21484" x2="73535" y2="33691"/>
                        <a14:foregroundMark x1="41895" y1="18164" x2="41895" y2="18164"/>
                        <a14:foregroundMark x1="40527" y1="58887" x2="43848" y2="74414"/>
                        <a14:foregroundMark x1="41309" y1="52441" x2="44824" y2="584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555" t="2778" r="13889" b="11389"/>
          <a:stretch/>
        </p:blipFill>
        <p:spPr>
          <a:xfrm>
            <a:off x="3733800" y="190500"/>
            <a:ext cx="4838700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432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60400" y="482600"/>
            <a:ext cx="8115300" cy="3268365"/>
            <a:chOff x="660400" y="482600"/>
            <a:chExt cx="8115300" cy="3268365"/>
          </a:xfrm>
        </p:grpSpPr>
        <p:grpSp>
          <p:nvGrpSpPr>
            <p:cNvPr id="12" name="Group 11"/>
            <p:cNvGrpSpPr/>
            <p:nvPr/>
          </p:nvGrpSpPr>
          <p:grpSpPr>
            <a:xfrm>
              <a:off x="660400" y="482600"/>
              <a:ext cx="8115300" cy="2806700"/>
              <a:chOff x="660400" y="482600"/>
              <a:chExt cx="8115300" cy="2806700"/>
            </a:xfrm>
          </p:grpSpPr>
          <p:sp>
            <p:nvSpPr>
              <p:cNvPr id="2" name="Rectangle 1"/>
              <p:cNvSpPr/>
              <p:nvPr/>
            </p:nvSpPr>
            <p:spPr>
              <a:xfrm>
                <a:off x="660400" y="482600"/>
                <a:ext cx="901700" cy="28067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2000" dirty="0" smtClean="0">
                    <a:solidFill>
                      <a:schemeClr val="tx1"/>
                    </a:solidFill>
                    <a:latin typeface="Arial Rounded MT Bold" panose="020F0704030504030204" pitchFamily="34" charset="0"/>
                  </a:rPr>
                  <a:t>226,240,217</a:t>
                </a:r>
                <a:endParaRPr lang="en-IN" sz="2000" dirty="0">
                  <a:solidFill>
                    <a:schemeClr val="tx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" name="Rectangle 2"/>
              <p:cNvSpPr/>
              <p:nvPr/>
            </p:nvSpPr>
            <p:spPr>
              <a:xfrm>
                <a:off x="1562100" y="482600"/>
                <a:ext cx="901700" cy="28067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" name="Rectangle 3"/>
              <p:cNvSpPr/>
              <p:nvPr/>
            </p:nvSpPr>
            <p:spPr>
              <a:xfrm>
                <a:off x="4267200" y="482600"/>
                <a:ext cx="901700" cy="2806700"/>
              </a:xfrm>
              <a:prstGeom prst="rect">
                <a:avLst/>
              </a:prstGeom>
              <a:solidFill>
                <a:srgbClr val="87BF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" name="Rectangle 4"/>
              <p:cNvSpPr/>
              <p:nvPr/>
            </p:nvSpPr>
            <p:spPr>
              <a:xfrm>
                <a:off x="2463800" y="482600"/>
                <a:ext cx="901700" cy="28067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6070600" y="482600"/>
                <a:ext cx="901700" cy="28067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6972300" y="482600"/>
                <a:ext cx="901700" cy="28067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7874000" y="482600"/>
                <a:ext cx="901700" cy="2806700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3365500" y="482600"/>
                <a:ext cx="901700" cy="2806700"/>
              </a:xfrm>
              <a:prstGeom prst="rect">
                <a:avLst/>
              </a:prstGeom>
              <a:solidFill>
                <a:srgbClr val="91C4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5168900" y="482600"/>
                <a:ext cx="901700" cy="2806700"/>
              </a:xfrm>
              <a:prstGeom prst="rect">
                <a:avLst/>
              </a:prstGeom>
              <a:solidFill>
                <a:srgbClr val="7CB95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3" name="TextBox 12"/>
            <p:cNvSpPr txBox="1"/>
            <p:nvPr/>
          </p:nvSpPr>
          <p:spPr>
            <a:xfrm>
              <a:off x="807364" y="3289300"/>
              <a:ext cx="78213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latin typeface="Arial Rounded MT Bold" panose="020F0704030504030204" pitchFamily="34" charset="0"/>
                </a:rPr>
                <a:t>A1      A2       A3 </a:t>
              </a:r>
              <a:r>
                <a:rPr lang="en-US" sz="2400" dirty="0">
                  <a:latin typeface="Arial Rounded MT Bold" panose="020F0704030504030204" pitchFamily="34" charset="0"/>
                </a:rPr>
                <a:t> </a:t>
              </a:r>
              <a:r>
                <a:rPr lang="en-US" sz="2400" dirty="0" smtClean="0">
                  <a:latin typeface="Arial Rounded MT Bold" panose="020F0704030504030204" pitchFamily="34" charset="0"/>
                </a:rPr>
                <a:t>    A4 </a:t>
              </a:r>
              <a:r>
                <a:rPr lang="en-US" sz="2400" dirty="0">
                  <a:latin typeface="Arial Rounded MT Bold" panose="020F0704030504030204" pitchFamily="34" charset="0"/>
                </a:rPr>
                <a:t> </a:t>
              </a:r>
              <a:r>
                <a:rPr lang="en-US" sz="2400" dirty="0" smtClean="0">
                  <a:latin typeface="Arial Rounded MT Bold" panose="020F0704030504030204" pitchFamily="34" charset="0"/>
                </a:rPr>
                <a:t>     A5 </a:t>
              </a:r>
              <a:r>
                <a:rPr lang="en-US" sz="2400" dirty="0">
                  <a:latin typeface="Arial Rounded MT Bold" panose="020F0704030504030204" pitchFamily="34" charset="0"/>
                </a:rPr>
                <a:t> </a:t>
              </a:r>
              <a:r>
                <a:rPr lang="en-US" sz="2400" dirty="0" smtClean="0">
                  <a:latin typeface="Arial Rounded MT Bold" panose="020F0704030504030204" pitchFamily="34" charset="0"/>
                </a:rPr>
                <a:t>    A6 </a:t>
              </a:r>
              <a:r>
                <a:rPr lang="en-US" sz="2400" dirty="0">
                  <a:latin typeface="Arial Rounded MT Bold" panose="020F0704030504030204" pitchFamily="34" charset="0"/>
                </a:rPr>
                <a:t> </a:t>
              </a:r>
              <a:r>
                <a:rPr lang="en-US" sz="2400" dirty="0" smtClean="0">
                  <a:latin typeface="Arial Rounded MT Bold" panose="020F0704030504030204" pitchFamily="34" charset="0"/>
                </a:rPr>
                <a:t>     A7 </a:t>
              </a:r>
              <a:r>
                <a:rPr lang="en-US" sz="2400" dirty="0">
                  <a:latin typeface="Arial Rounded MT Bold" panose="020F0704030504030204" pitchFamily="34" charset="0"/>
                </a:rPr>
                <a:t> </a:t>
              </a:r>
              <a:r>
                <a:rPr lang="en-US" sz="2400" dirty="0" smtClean="0">
                  <a:latin typeface="Arial Rounded MT Bold" panose="020F0704030504030204" pitchFamily="34" charset="0"/>
                </a:rPr>
                <a:t>    A8 </a:t>
              </a:r>
              <a:r>
                <a:rPr lang="en-US" sz="2400" dirty="0">
                  <a:latin typeface="Arial Rounded MT Bold" panose="020F0704030504030204" pitchFamily="34" charset="0"/>
                </a:rPr>
                <a:t> </a:t>
              </a:r>
              <a:r>
                <a:rPr lang="en-US" sz="2400" dirty="0" smtClean="0">
                  <a:latin typeface="Arial Rounded MT Bold" panose="020F0704030504030204" pitchFamily="34" charset="0"/>
                </a:rPr>
                <a:t>     A9</a:t>
              </a:r>
              <a:endParaRPr lang="en-IN" sz="2400" dirty="0">
                <a:latin typeface="Arial Rounded MT Bold" panose="020F07040305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6146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68</Words>
  <Application>Microsoft Office PowerPoint</Application>
  <PresentationFormat>Widescreen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pantherjai@outlook.com</dc:creator>
  <cp:lastModifiedBy>pantherjai@outlook.com</cp:lastModifiedBy>
  <cp:revision>12</cp:revision>
  <dcterms:created xsi:type="dcterms:W3CDTF">2026-07-24T05:22:54Z</dcterms:created>
  <dcterms:modified xsi:type="dcterms:W3CDTF">2026-07-30T05:15:30Z</dcterms:modified>
</cp:coreProperties>
</file>